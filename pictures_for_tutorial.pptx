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2F1C8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5B014C3-0DED-4933-B12C-78E14E24A87B}" v="7" dt="2025-01-19T06:24:08.53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87" d="100"/>
          <a:sy n="87" d="100"/>
        </p:scale>
        <p:origin x="40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UN KARTHIK ." userId="62a047ea-99a3-445a-a127-bd8840139939" providerId="ADAL" clId="{F5B014C3-0DED-4933-B12C-78E14E24A87B}"/>
    <pc:docChg chg="custSel addSld modSld">
      <pc:chgData name="ARUN KARTHIK ." userId="62a047ea-99a3-445a-a127-bd8840139939" providerId="ADAL" clId="{F5B014C3-0DED-4933-B12C-78E14E24A87B}" dt="2025-01-19T06:24:08.530" v="101"/>
      <pc:docMkLst>
        <pc:docMk/>
      </pc:docMkLst>
      <pc:sldChg chg="addSp modSp mod">
        <pc:chgData name="ARUN KARTHIK ." userId="62a047ea-99a3-445a-a127-bd8840139939" providerId="ADAL" clId="{F5B014C3-0DED-4933-B12C-78E14E24A87B}" dt="2025-01-19T04:12:55.963" v="37" actId="20577"/>
        <pc:sldMkLst>
          <pc:docMk/>
          <pc:sldMk cId="3788083014" sldId="256"/>
        </pc:sldMkLst>
        <pc:spChg chg="add mod">
          <ac:chgData name="ARUN KARTHIK ." userId="62a047ea-99a3-445a-a127-bd8840139939" providerId="ADAL" clId="{F5B014C3-0DED-4933-B12C-78E14E24A87B}" dt="2025-01-19T04:12:55.963" v="37" actId="20577"/>
          <ac:spMkLst>
            <pc:docMk/>
            <pc:sldMk cId="3788083014" sldId="256"/>
            <ac:spMk id="9" creationId="{923A4536-5DD0-1D93-F9AD-D0C4EC92F3F4}"/>
          </ac:spMkLst>
        </pc:spChg>
      </pc:sldChg>
      <pc:sldChg chg="addSp delSp modSp mod setBg">
        <pc:chgData name="ARUN KARTHIK ." userId="62a047ea-99a3-445a-a127-bd8840139939" providerId="ADAL" clId="{F5B014C3-0DED-4933-B12C-78E14E24A87B}" dt="2025-01-19T04:21:39.643" v="97" actId="20577"/>
        <pc:sldMkLst>
          <pc:docMk/>
          <pc:sldMk cId="1835230220" sldId="257"/>
        </pc:sldMkLst>
        <pc:spChg chg="del">
          <ac:chgData name="ARUN KARTHIK ." userId="62a047ea-99a3-445a-a127-bd8840139939" providerId="ADAL" clId="{F5B014C3-0DED-4933-B12C-78E14E24A87B}" dt="2025-01-19T04:20:44.719" v="39" actId="26606"/>
          <ac:spMkLst>
            <pc:docMk/>
            <pc:sldMk cId="1835230220" sldId="257"/>
            <ac:spMk id="2" creationId="{EB72C7DD-5A46-AEC2-94D6-7DB127525560}"/>
          </ac:spMkLst>
        </pc:spChg>
        <pc:spChg chg="del">
          <ac:chgData name="ARUN KARTHIK ." userId="62a047ea-99a3-445a-a127-bd8840139939" providerId="ADAL" clId="{F5B014C3-0DED-4933-B12C-78E14E24A87B}" dt="2025-01-19T04:20:44.719" v="39" actId="26606"/>
          <ac:spMkLst>
            <pc:docMk/>
            <pc:sldMk cId="1835230220" sldId="257"/>
            <ac:spMk id="3" creationId="{5EF5D98A-231C-77B7-BC3E-922EEA8D703A}"/>
          </ac:spMkLst>
        </pc:spChg>
        <pc:spChg chg="add mod">
          <ac:chgData name="ARUN KARTHIK ." userId="62a047ea-99a3-445a-a127-bd8840139939" providerId="ADAL" clId="{F5B014C3-0DED-4933-B12C-78E14E24A87B}" dt="2025-01-19T04:21:07.675" v="43" actId="207"/>
          <ac:spMkLst>
            <pc:docMk/>
            <pc:sldMk cId="1835230220" sldId="257"/>
            <ac:spMk id="6" creationId="{AF1E3069-A189-0D37-BFE6-D83E598F29A6}"/>
          </ac:spMkLst>
        </pc:spChg>
        <pc:spChg chg="add mod">
          <ac:chgData name="ARUN KARTHIK ." userId="62a047ea-99a3-445a-a127-bd8840139939" providerId="ADAL" clId="{F5B014C3-0DED-4933-B12C-78E14E24A87B}" dt="2025-01-19T04:21:14.218" v="45" actId="1076"/>
          <ac:spMkLst>
            <pc:docMk/>
            <pc:sldMk cId="1835230220" sldId="257"/>
            <ac:spMk id="7" creationId="{73F819CF-699D-A5AB-9F49-D0A20A92A938}"/>
          </ac:spMkLst>
        </pc:spChg>
        <pc:spChg chg="add">
          <ac:chgData name="ARUN KARTHIK ." userId="62a047ea-99a3-445a-a127-bd8840139939" providerId="ADAL" clId="{F5B014C3-0DED-4933-B12C-78E14E24A87B}" dt="2025-01-19T04:21:23.667" v="46" actId="11529"/>
          <ac:spMkLst>
            <pc:docMk/>
            <pc:sldMk cId="1835230220" sldId="257"/>
            <ac:spMk id="8" creationId="{A5FDA2A4-8466-8860-B871-5ECF64DD6A48}"/>
          </ac:spMkLst>
        </pc:spChg>
        <pc:spChg chg="add mod">
          <ac:chgData name="ARUN KARTHIK ." userId="62a047ea-99a3-445a-a127-bd8840139939" providerId="ADAL" clId="{F5B014C3-0DED-4933-B12C-78E14E24A87B}" dt="2025-01-19T04:21:39.643" v="97" actId="20577"/>
          <ac:spMkLst>
            <pc:docMk/>
            <pc:sldMk cId="1835230220" sldId="257"/>
            <ac:spMk id="9" creationId="{74FD6211-71C5-5DFE-C0A6-A0F2800706C3}"/>
          </ac:spMkLst>
        </pc:spChg>
        <pc:picChg chg="add mod">
          <ac:chgData name="ARUN KARTHIK ." userId="62a047ea-99a3-445a-a127-bd8840139939" providerId="ADAL" clId="{F5B014C3-0DED-4933-B12C-78E14E24A87B}" dt="2025-01-19T04:20:49.791" v="40" actId="27614"/>
          <ac:picMkLst>
            <pc:docMk/>
            <pc:sldMk cId="1835230220" sldId="257"/>
            <ac:picMk id="5" creationId="{3708D199-F5EE-4EEF-CF5F-511F4196AA92}"/>
          </ac:picMkLst>
        </pc:picChg>
      </pc:sldChg>
      <pc:sldChg chg="addSp delSp modSp new">
        <pc:chgData name="ARUN KARTHIK ." userId="62a047ea-99a3-445a-a127-bd8840139939" providerId="ADAL" clId="{F5B014C3-0DED-4933-B12C-78E14E24A87B}" dt="2025-01-19T06:24:08.530" v="101"/>
        <pc:sldMkLst>
          <pc:docMk/>
          <pc:sldMk cId="1423563129" sldId="266"/>
        </pc:sldMkLst>
        <pc:spChg chg="add del">
          <ac:chgData name="ARUN KARTHIK ." userId="62a047ea-99a3-445a-a127-bd8840139939" providerId="ADAL" clId="{F5B014C3-0DED-4933-B12C-78E14E24A87B}" dt="2025-01-19T06:24:08.530" v="101"/>
          <ac:spMkLst>
            <pc:docMk/>
            <pc:sldMk cId="1423563129" sldId="266"/>
            <ac:spMk id="3" creationId="{2D588D34-B466-90D0-BB2E-83A7A89736F0}"/>
          </ac:spMkLst>
        </pc:spChg>
        <pc:spChg chg="add">
          <ac:chgData name="ARUN KARTHIK ." userId="62a047ea-99a3-445a-a127-bd8840139939" providerId="ADAL" clId="{F5B014C3-0DED-4933-B12C-78E14E24A87B}" dt="2025-01-19T06:24:06.423" v="99"/>
          <ac:spMkLst>
            <pc:docMk/>
            <pc:sldMk cId="1423563129" sldId="266"/>
            <ac:spMk id="4" creationId="{50E1F329-1055-4CFF-6F42-5FC012A1AB73}"/>
          </ac:spMkLst>
        </pc:spChg>
        <pc:spChg chg="add mod">
          <ac:chgData name="ARUN KARTHIK ." userId="62a047ea-99a3-445a-a127-bd8840139939" providerId="ADAL" clId="{F5B014C3-0DED-4933-B12C-78E14E24A87B}" dt="2025-01-19T06:24:08.530" v="101"/>
          <ac:spMkLst>
            <pc:docMk/>
            <pc:sldMk cId="1423563129" sldId="266"/>
            <ac:spMk id="5" creationId="{F2348750-2D7D-9132-67BA-00A22DC4050C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AC2DC6-7B47-D999-88DD-CF4BF3B372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5C62B5-3BB3-BCBA-653C-3BE0040E15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E63852-F31E-DBC5-6E48-2C6F19B96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A333A-E8D9-4B2C-A248-050B7D61DC10}" type="datetimeFigureOut">
              <a:rPr lang="en-IN" smtClean="0"/>
              <a:t>19-01-2025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1FB9D2-6935-A9FB-6BE9-5EF0542AD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9DBAFB-794B-596F-45A3-63649DCC3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EA71-4556-4D7F-9EC7-09D5457F3A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33447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3AD6F-C414-3CFA-F109-A270C0519E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41E367-18D5-2483-6646-AA6EF29A41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3F157D-1B06-2C7B-6665-90A521A5FC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A333A-E8D9-4B2C-A248-050B7D61DC10}" type="datetimeFigureOut">
              <a:rPr lang="en-IN" smtClean="0"/>
              <a:t>19-01-2025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5DA70E-4E2A-CC2B-15F3-D719BB985F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60657E-7670-B954-2BA6-99BE31CE65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EA71-4556-4D7F-9EC7-09D5457F3A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02127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CF951D-D265-80A4-266B-A9F096A212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311F62-7DD3-95F7-C767-7781111BF3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AD2FD8-C03E-2764-D639-BC3ED990D1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A333A-E8D9-4B2C-A248-050B7D61DC10}" type="datetimeFigureOut">
              <a:rPr lang="en-IN" smtClean="0"/>
              <a:t>19-01-2025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44D3BA-AE20-5BE6-83C2-45BAA995B9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0F539-791E-AA28-644C-DDA92449D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EA71-4556-4D7F-9EC7-09D5457F3A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32166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9ECD25-654B-3F73-7EB7-5E13827A1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533142-CD1B-D250-ECB4-B7800E2292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E916AD-8AEA-A98E-BC8B-71C8BEF61D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986691-DBB3-C129-24C3-8572FDA9F5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A333A-E8D9-4B2C-A248-050B7D61DC10}" type="datetimeFigureOut">
              <a:rPr lang="en-IN" smtClean="0"/>
              <a:t>19-01-2025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8E32F1-6F49-A59B-1A06-941BE1A439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016EAD-05FF-CC5E-67C0-260BD1072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EA71-4556-4D7F-9EC7-09D5457F3A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00231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00095-71A0-1B94-B10D-74FF77088E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3D6FA1-4CFE-9723-10F0-A207DCC06E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667C49-B845-5CE1-9D92-ACDA548D46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ECCB2D-C414-A7AE-131B-EC3501284E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9340403-0265-A375-623E-61AA0359A2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AADC23C-9926-3985-51F4-9B3876471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A333A-E8D9-4B2C-A248-050B7D61DC10}" type="datetimeFigureOut">
              <a:rPr lang="en-IN" smtClean="0"/>
              <a:t>19-01-2025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59C0FC-DD3C-BCCF-1351-71AD637649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1DAE5BC-9DB3-4164-1338-DD8E8E01C8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EA71-4556-4D7F-9EC7-09D5457F3A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03960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A5B5F7-75F5-C3CF-594B-8152F90490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BBC22FA-0DA0-AA81-8360-DFD9A91F0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A333A-E8D9-4B2C-A248-050B7D61DC10}" type="datetimeFigureOut">
              <a:rPr lang="en-IN" smtClean="0"/>
              <a:t>19-01-2025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8FEA43-C369-8760-8AD5-6DE3327350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1D67E5-BEC0-F8E8-FED0-95F8B05B6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EA71-4556-4D7F-9EC7-09D5457F3A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27064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6E6773-8DFE-0450-B46B-A3D34206E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A333A-E8D9-4B2C-A248-050B7D61DC10}" type="datetimeFigureOut">
              <a:rPr lang="en-IN" smtClean="0"/>
              <a:t>19-01-2025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BAE2509-EF79-0F58-0F75-B8E2195130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831AC0-C2E8-8DBB-F28A-C0783CA14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EA71-4556-4D7F-9EC7-09D5457F3A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48945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DCEBA2-0293-DDA1-5599-552B0658CA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B92959-DFCF-9EDE-47A0-500C425C9F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F943D2-D648-E9F2-F645-49732FBF4C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16B3CD-6AC1-47CE-46AA-29C4337687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A333A-E8D9-4B2C-A248-050B7D61DC10}" type="datetimeFigureOut">
              <a:rPr lang="en-IN" smtClean="0"/>
              <a:t>19-01-2025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FF761E-E065-3965-0247-C02B250AD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494357-8DAB-2766-68D9-3110D8F2E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EA71-4556-4D7F-9EC7-09D5457F3A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00716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9457E0-A102-CBF1-5F85-88FDBCDE08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2FDF30A-974A-35B5-ECC5-DC041FDB25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92D1BB-92B0-9FE9-AC07-797DC4CA9A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B9D4A3-77FE-94C6-604C-BA580027D3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A333A-E8D9-4B2C-A248-050B7D61DC10}" type="datetimeFigureOut">
              <a:rPr lang="en-IN" smtClean="0"/>
              <a:t>19-01-2025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00D311-E3A8-5ADA-CFA8-ACF7A8F4E7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985E43-CBE4-6F55-1E4C-B46397369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EA71-4556-4D7F-9EC7-09D5457F3A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33025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3FFE35-0D6F-5DF3-FC71-D44ABA49EB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E6F94C-B375-6D21-BEFC-52A31388CC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F739D2-C5C9-3178-B074-EAEECB4AD7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A333A-E8D9-4B2C-A248-050B7D61DC10}" type="datetimeFigureOut">
              <a:rPr lang="en-IN" smtClean="0"/>
              <a:t>19-01-2025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A89D37-FDAC-0EB2-08FA-B737F37226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A56F48-2193-4FFD-5AED-0C6F111DB7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EA71-4556-4D7F-9EC7-09D5457F3A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99414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1297416-0965-4A07-6365-4246F95CC28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A7344E-6970-DF95-2EEA-1C16C39D5B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07F6BA-94E6-4459-A935-9C26915327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A333A-E8D9-4B2C-A248-050B7D61DC10}" type="datetimeFigureOut">
              <a:rPr lang="en-IN" smtClean="0"/>
              <a:t>19-01-2025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F7BE9D-AF3F-5FE9-1C4D-57573EACF4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F482B4-3E1B-A8B1-3A37-BFECE0FE44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EA71-4556-4D7F-9EC7-09D5457F3A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08875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D5FAF0-D33A-E872-9770-CBAD2FC0C5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B09A7A-C11E-2410-0FB6-F546C32CA2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43A682-2F07-5B5B-D006-6E0F5F8F78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EA333A-E8D9-4B2C-A248-050B7D61DC10}" type="datetimeFigureOut">
              <a:rPr lang="en-IN" smtClean="0"/>
              <a:t>19-01-2025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073B1A-68EA-2F21-17BF-E5B55CF123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3F7ACD-531F-E7A1-17D3-DA70DA8757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8BEA71-4556-4D7F-9EC7-09D5457F3A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46894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CAFCBEB-6B71-FED5-7E3B-3C24548F1C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12968"/>
            <a:ext cx="12192000" cy="5832063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EFCE219-507D-4D8B-0D59-BEBCF6C8CE84}"/>
              </a:ext>
            </a:extLst>
          </p:cNvPr>
          <p:cNvSpPr/>
          <p:nvPr/>
        </p:nvSpPr>
        <p:spPr>
          <a:xfrm>
            <a:off x="73572" y="756745"/>
            <a:ext cx="599090" cy="157655"/>
          </a:xfrm>
          <a:prstGeom prst="roundRect">
            <a:avLst/>
          </a:prstGeom>
          <a:solidFill>
            <a:srgbClr val="FF0000">
              <a:alpha val="4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2AFFCED-C8A2-6567-4B3C-AAD0CE3104D3}"/>
              </a:ext>
            </a:extLst>
          </p:cNvPr>
          <p:cNvSpPr/>
          <p:nvPr/>
        </p:nvSpPr>
        <p:spPr>
          <a:xfrm>
            <a:off x="672662" y="756745"/>
            <a:ext cx="312076" cy="2895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1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8533DD43-C121-443F-A680-FCF05E551311}"/>
              </a:ext>
            </a:extLst>
          </p:cNvPr>
          <p:cNvSpPr/>
          <p:nvPr/>
        </p:nvSpPr>
        <p:spPr>
          <a:xfrm>
            <a:off x="5291554" y="1946637"/>
            <a:ext cx="312076" cy="2895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23A4536-5DD0-1D93-F9AD-D0C4EC92F3F4}"/>
              </a:ext>
            </a:extLst>
          </p:cNvPr>
          <p:cNvSpPr txBox="1"/>
          <p:nvPr/>
        </p:nvSpPr>
        <p:spPr>
          <a:xfrm>
            <a:off x="5372100" y="2514600"/>
            <a:ext cx="18639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Type </a:t>
            </a:r>
            <a:r>
              <a:rPr lang="en-IN" dirty="0" err="1"/>
              <a:t>pyenv</a:t>
            </a:r>
            <a:r>
              <a:rPr lang="en-IN" dirty="0"/>
              <a:t> here</a:t>
            </a:r>
          </a:p>
        </p:txBody>
      </p:sp>
    </p:spTree>
    <p:extLst>
      <p:ext uri="{BB962C8B-B14F-4D97-AF65-F5344CB8AC3E}">
        <p14:creationId xmlns:p14="http://schemas.microsoft.com/office/powerpoint/2010/main" val="37880830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AB01C7-0CA6-66AE-5A49-0A2836457B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588D34-B466-90D0-BB2E-83A7A89736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235631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3708D199-F5EE-4EEF-CF5F-511F4196AA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21247" y="643466"/>
            <a:ext cx="8949506" cy="557106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F1E3069-A189-0D37-BFE6-D83E598F29A6}"/>
              </a:ext>
            </a:extLst>
          </p:cNvPr>
          <p:cNvSpPr/>
          <p:nvPr/>
        </p:nvSpPr>
        <p:spPr>
          <a:xfrm>
            <a:off x="3525715" y="2215662"/>
            <a:ext cx="6057900" cy="219807"/>
          </a:xfrm>
          <a:prstGeom prst="rect">
            <a:avLst/>
          </a:prstGeom>
          <a:solidFill>
            <a:srgbClr val="C2F1C8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3F819CF-699D-A5AB-9F49-D0A20A92A938}"/>
              </a:ext>
            </a:extLst>
          </p:cNvPr>
          <p:cNvSpPr/>
          <p:nvPr/>
        </p:nvSpPr>
        <p:spPr>
          <a:xfrm>
            <a:off x="3616569" y="3519855"/>
            <a:ext cx="6057900" cy="219807"/>
          </a:xfrm>
          <a:prstGeom prst="rect">
            <a:avLst/>
          </a:prstGeom>
          <a:solidFill>
            <a:srgbClr val="C2F1C8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Arrow: Down 7">
            <a:extLst>
              <a:ext uri="{FF2B5EF4-FFF2-40B4-BE49-F238E27FC236}">
                <a16:creationId xmlns:a16="http://schemas.microsoft.com/office/drawing/2014/main" id="{A5FDA2A4-8466-8860-B871-5ECF64DD6A48}"/>
              </a:ext>
            </a:extLst>
          </p:cNvPr>
          <p:cNvSpPr/>
          <p:nvPr/>
        </p:nvSpPr>
        <p:spPr>
          <a:xfrm>
            <a:off x="10040815" y="2435469"/>
            <a:ext cx="465993" cy="108438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4FD6211-71C5-5DFE-C0A6-A0F2800706C3}"/>
              </a:ext>
            </a:extLst>
          </p:cNvPr>
          <p:cNvSpPr txBox="1"/>
          <p:nvPr/>
        </p:nvSpPr>
        <p:spPr>
          <a:xfrm>
            <a:off x="10119946" y="3657600"/>
            <a:ext cx="1828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Copy and paste the path and execute this command</a:t>
            </a:r>
          </a:p>
        </p:txBody>
      </p:sp>
    </p:spTree>
    <p:extLst>
      <p:ext uri="{BB962C8B-B14F-4D97-AF65-F5344CB8AC3E}">
        <p14:creationId xmlns:p14="http://schemas.microsoft.com/office/powerpoint/2010/main" val="18352302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661F68-D554-4B45-A8B8-B659927B57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FD9327-AB11-72DC-C744-1374EC34D0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49468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401007-9D3D-1B2C-0CE8-D35A2EE50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9BD32B-59FA-F1AD-5F96-6312A3F7C4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60534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037AC-267E-0FE4-9790-002D0341A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B1C146-F608-7BE2-B750-819408FB7C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93484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344C25-0F54-3FB3-5981-83BE9E4091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C00BB1-F3D1-0475-DB3A-F79AFC64C6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35789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6F74C4-95F5-F878-0EE7-0B83CF74AE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D2CA8D-86D9-6D0D-457E-DF86CFE61B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43702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B198CE-6260-9706-C771-99C630EEEB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595973-6BDE-D1C1-A21E-CDAC32175B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55636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124DFA-B740-4FED-9A87-6171C44F82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E426E9-8743-6959-7493-A09668B5D6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5885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C8184-355B-42A6-0663-C6A5A96C32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D7A8E6-0867-61FD-EB54-49EC8C1EF1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17812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</TotalTime>
  <Words>14</Words>
  <Application>Microsoft Office PowerPoint</Application>
  <PresentationFormat>Widescreen</PresentationFormat>
  <Paragraphs>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ARUN KARTHIK .</dc:creator>
  <cp:lastModifiedBy>ARUN KARTHIK .</cp:lastModifiedBy>
  <cp:revision>1</cp:revision>
  <dcterms:created xsi:type="dcterms:W3CDTF">2025-01-19T04:11:23Z</dcterms:created>
  <dcterms:modified xsi:type="dcterms:W3CDTF">2025-01-19T06:24:14Z</dcterms:modified>
</cp:coreProperties>
</file>